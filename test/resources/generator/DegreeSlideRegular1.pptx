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14" Target="slides/slide4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Bachelor of Science</a:t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Master of Science</a:t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international Abschlüsse</a:t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Doppeldiplom</a:t>
            </a:r>
            <a:endParaRPr lang="en-US"/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