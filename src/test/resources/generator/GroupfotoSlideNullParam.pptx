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EFEFE"/>
    <a:srgbClr val="898989"/>
    <a:srgbClr val="B90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140" d="100"/>
          <a:sy n="140" d="100"/>
        </p:scale>
        <p:origin x="3596" y="108"/>
      </p:cViewPr>
      <p:guideLst/>
    </p:cSldViewPr>
  </p:notesViewPr>
  <p:gridSpacing cx="360000" cy="3600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ableStyles.xml" Type="http://schemas.openxmlformats.org/officeDocument/2006/relationships/tableStyles"/><Relationship Id="rId11" Target="slides/slide1.xml" Type="http://schemas.openxmlformats.org/officeDocument/2006/relationships/slide"/><Relationship Id="rId12" Target="slides/slide2.xml" Type="http://schemas.openxmlformats.org/officeDocument/2006/relationships/slide"/><Relationship Id="rId5" Target="notesMasters/notesMaster1.xml" Type="http://schemas.openxmlformats.org/officeDocument/2006/relationships/notesMaster"/><Relationship Id="rId6" Target="handoutMasters/handoutMaster1.xml" Type="http://schemas.openxmlformats.org/officeDocument/2006/relationships/handoutMaster"/><Relationship Id="rId7" Target="presProps.xml" Type="http://schemas.openxmlformats.org/officeDocument/2006/relationships/presProps"/><Relationship Id="rId8" Target="viewProps.xml" Type="http://schemas.openxmlformats.org/officeDocument/2006/relationships/viewProps"/><Relationship Id="rId9" Target="theme/theme1.xml" Type="http://schemas.openxmlformats.org/officeDocument/2006/relationships/them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A78A55-3702-A9DD-485B-6C2348BAE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1FD23-8DCB-4808-A1A7-B84C87DFFE9F}" type="datetime1">
              <a:rPr lang="de-DE" smtClean="0">
                <a:solidFill>
                  <a:srgbClr val="898989"/>
                </a:solidFill>
              </a:rPr>
              <a:t>27.11.2023</a:t>
            </a:fld>
            <a:endParaRPr lang="de-DE" dirty="0">
              <a:solidFill>
                <a:srgbClr val="898989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80354-33AD-CAA5-CECB-C976388172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895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 dirty="0">
                <a:solidFill>
                  <a:srgbClr val="898989"/>
                </a:solidFill>
              </a:rPr>
              <a:t>Fachbereich | Institut | Person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AF8F44-7C9B-FC9C-954B-B3100F2B9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2718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7D0D7-CB1E-4E76-B87A-A5F3A360A4B8}" type="slidenum">
              <a:rPr lang="de-DE" smtClean="0">
                <a:solidFill>
                  <a:srgbClr val="898989"/>
                </a:solidFill>
              </a:rPr>
              <a:t>‹Nr.›</a:t>
            </a:fld>
            <a:endParaRPr lang="de-DE">
              <a:solidFill>
                <a:srgbClr val="898989"/>
              </a:solidFill>
            </a:endParaRPr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1B2B06D3-8753-5133-9188-AE459F7AD654}"/>
              </a:ext>
            </a:extLst>
          </p:cNvPr>
          <p:cNvGrpSpPr/>
          <p:nvPr/>
        </p:nvGrpSpPr>
        <p:grpSpPr>
          <a:xfrm>
            <a:off x="119822" y="137059"/>
            <a:ext cx="1396524" cy="559248"/>
            <a:chOff x="7454900" y="306388"/>
            <a:chExt cx="1704610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D839F9D-D886-2326-7EDA-CFF7F40AFE0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88F50A3-1558-A807-1966-87F4BFE9F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D601C6E-9093-8CBD-FD59-89128CE6A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F27C1C5-EE32-79B6-CC5B-76E0A46695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CA98B89-C06C-1AFA-6046-473CE330AD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CE97323-EA31-B978-ED66-B1F83219FC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8BFE13B-74F5-DD35-6914-A8A6E24A0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0CFEF3E-A6FE-E8FE-10F8-3ED6C3F212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70B05B52-12B6-944D-AC1A-F00C2F4E2E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E356202-0A47-80E7-90B0-E97229222D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654D27-05C8-139B-EB9C-5F888F722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1810847879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F631549-6123-42B8-A061-7DAE218C6C8A}" type="datetime1">
              <a:rPr lang="de-DE" smtClean="0"/>
              <a:t>27.11.2023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r>
              <a:rPr lang="de-DE"/>
              <a:t>Fachbereich | Institut | Person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89A431-735D-4157-B499-868DAC0D551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8" name="TU Da Logo">
            <a:extLst>
              <a:ext uri="{FF2B5EF4-FFF2-40B4-BE49-F238E27FC236}">
                <a16:creationId xmlns:a16="http://schemas.microsoft.com/office/drawing/2014/main" id="{96C9F426-C331-5A79-76DF-05A5F9463BF3}"/>
              </a:ext>
            </a:extLst>
          </p:cNvPr>
          <p:cNvGrpSpPr/>
          <p:nvPr/>
        </p:nvGrpSpPr>
        <p:grpSpPr>
          <a:xfrm>
            <a:off x="0" y="0"/>
            <a:ext cx="1396524" cy="559248"/>
            <a:chOff x="7454900" y="306388"/>
            <a:chExt cx="1704610" cy="68262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9449998-EA2C-2328-4B51-411E09C4E0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A34355F-DA0C-5D6B-7826-E4185B86D4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FD2880-5146-CE19-42AE-BB9DE00652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19F0C27-B9AD-9598-6A47-3085A7D4B4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C03560C-EC72-CF50-20C3-4EA5F0684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375D7A7-1E67-CF3A-F80C-50846D74C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FB124E21-02A5-C056-2D6F-5FA0D0D9C0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D42C70B-C72B-02BF-16BD-BB8E559E3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5539213-4F7F-2105-A3FB-10E097A76B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FACB8FC-374A-F97F-4BCF-93906CBC44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086F604-AA6F-7757-E42D-F621BFBEDB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0" name="Notizenplatzhalter 19">
            <a:extLst>
              <a:ext uri="{FF2B5EF4-FFF2-40B4-BE49-F238E27FC236}">
                <a16:creationId xmlns:a16="http://schemas.microsoft.com/office/drawing/2014/main" id="{12F4F817-719A-78AC-E4C4-9C9BEF2E8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6449194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jp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4.jp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0E98A-1058-474C-A655-67395ED9131C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342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1E9F-C02D-4E81-99EA-DA09AAFDE4FF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297671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8E83-7EEC-4F64-9CC6-109CA4B1643A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498994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BD85-E405-4DEA-B4A7-577B7EC03563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01398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9AE0-FB31-AD7B-F074-94F25823D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D1FA101-7975-4A7A-80DC-A801ED3CCA8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1513966-0604-55AE-E780-E1382633BF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78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0B6FE2-4691-8E94-5E86-36CF5EF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12D32-8FC2-45F5-AE43-6134304D4AF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8A47B0-219D-E504-F79C-A5E59194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5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12A440-6CC2-C81B-AAB4-F8419E20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8F31-3228-47AE-AF14-6408E18615D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69E877-7369-A8AF-FF8A-DDFA8A85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8887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45FF0-DFBA-6FB8-5D9D-4E9A98A8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B741-D289-49B5-BC28-FA85627EC76A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9F1D11-78E8-8CC4-923C-7925ADB7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358863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75346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9093F2-7696-269A-BB11-D5C2FFA8B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41FE660-7BC8-B76D-97BD-90A64F33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09CA-F0E9-48B5-8B72-DE898D86ED75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363686E-60AA-D422-E6EE-8DD8E5F8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739CE4A-2BE8-F232-4C6E-237F56AB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41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2DE3C2-C819-A980-93F3-EAC41895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5894-FA1C-41F8-A4F2-A85F4322DE82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40727B-45B4-9274-85DF-F723F18B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601670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1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7" name="TU Da Logo">
            <a:extLst>
              <a:ext uri="{FF2B5EF4-FFF2-40B4-BE49-F238E27FC236}">
                <a16:creationId xmlns:a16="http://schemas.microsoft.com/office/drawing/2014/main" id="{51119E7C-0EFF-440C-7D9B-DC934FA66296}"/>
              </a:ext>
            </a:extLst>
          </p:cNvPr>
          <p:cNvGrpSpPr/>
          <p:nvPr userDrawn="1"/>
        </p:nvGrpSpPr>
        <p:grpSpPr>
          <a:xfrm>
            <a:off x="9917994" y="179999"/>
            <a:ext cx="2272819" cy="910166"/>
            <a:chOff x="7454900" y="306388"/>
            <a:chExt cx="1704614" cy="68262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65BC44CB-CBBB-FAC0-EB9F-E8F9DC95037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C445B24-F9B1-8960-5444-7772C7A47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4900" y="306388"/>
              <a:ext cx="1704614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78BFC59-1C78-1D5B-F297-FDAE60A3B3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D4C2154-1036-25AE-9332-6CD29C8A49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1AA4C57-F564-9D30-8972-9143A104F6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88ED9D6D-B335-8396-2289-7DD61F9A06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872A2F5-7430-CC8E-7732-1707D9E6FB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E49A029-9AE0-4CF9-87DF-91910B2623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B8CBC970-FC0D-4723-B28A-D212B5642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638EAF1-DC81-698A-E2F9-ED824E3D31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FD520B6-32AC-A196-05E4-28829C4F09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F9F05BC-ECE1-ED71-B285-6224B2166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800" spc="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30B52-E11A-428D-8C87-E9E156D21D1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146D37BF-C929-35EB-9D31-617A9D8FE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 txBox="1">
            <a:spLocks/>
          </p:cNvSpPr>
          <p:nvPr userDrawn="1"/>
        </p:nvSpPr>
        <p:spPr>
          <a:xfrm>
            <a:off x="2134800" y="6563539"/>
            <a:ext cx="7920000" cy="180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Faculty | Institute | Person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 txBox="1"/>
          <p:nvPr userDrawn="1"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BC9C61F-1C19-4073-AFDD-76E6C3D1B541}"/>
              </a:ext>
            </a:extLst>
          </p:cNvPr>
          <p:cNvGrpSpPr/>
          <p:nvPr userDrawn="1"/>
        </p:nvGrpSpPr>
        <p:grpSpPr>
          <a:xfrm>
            <a:off x="9919182" y="1272546"/>
            <a:ext cx="2272818" cy="594584"/>
            <a:chOff x="9919182" y="1272546"/>
            <a:chExt cx="2272818" cy="594584"/>
          </a:xfrm>
        </p:grpSpPr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75E8DD90-2DBB-4937-8C17-90BF9E02E30C}"/>
                </a:ext>
              </a:extLst>
            </p:cNvPr>
            <p:cNvSpPr/>
            <p:nvPr userDrawn="1"/>
          </p:nvSpPr>
          <p:spPr>
            <a:xfrm>
              <a:off x="9919182" y="1272546"/>
              <a:ext cx="2272818" cy="594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E032895-9864-80FF-2B56-06D0DD660178}"/>
                </a:ext>
              </a:extLst>
            </p:cNvPr>
            <p:cNvSpPr/>
            <p:nvPr userDrawn="1"/>
          </p:nvSpPr>
          <p:spPr>
            <a:xfrm>
              <a:off x="10129662" y="1385382"/>
              <a:ext cx="1746250" cy="360000"/>
            </a:xfrm>
            <a:prstGeom prst="rect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92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50" r:id="rId5"/>
    <p:sldLayoutId id="2147483651" r:id="rId6"/>
    <p:sldLayoutId id="2147483667" r:id="rId7"/>
    <p:sldLayoutId id="2147483668" r:id="rId8"/>
    <p:sldLayoutId id="2147483661" r:id="rId9"/>
    <p:sldLayoutId id="2147483654" r:id="rId10"/>
    <p:sldLayoutId id="2147483655" r:id="rId1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0000" y="736682"/>
            <a:ext cx="8976000" cy="1080000"/>
          </a:xfrm>
        </p:grpSpPr>
        <p:sp>
          <p:nvSpPr>
            <p:cNvPr name="AutoShape 3" id="3"/>
            <p:cNvSpPr/>
            <p:nvPr/>
          </p:nvSpPr>
          <p:spPr>
            <a:xfrm>
              <a:off x="12700" y="127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Der Fachbereich gratuliert</a:t>
              </a:r>
              <a:endParaRPr lang="en-US" sz="1100"/>
            </a:p>
          </p:txBody>
        </p:sp>
        <p:sp>
          <p:nvSpPr>
            <p:cNvPr name="AutoShape 4" id="4"/>
            <p:cNvSpPr/>
            <p:nvPr/>
          </p:nvSpPr>
          <p:spPr>
            <a:xfrm>
              <a:off x="12700" y="5715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zum erfolgreichen Abschluss</a:t>
              </a:r>
              <a:endParaRPr lang="en-US" sz="1100"/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0000" y="736682"/>
            <a:ext cx="8976000" cy="1080000"/>
          </a:xfrm>
        </p:grpSpPr>
        <p:sp>
          <p:nvSpPr>
            <p:cNvPr name="AutoShape 3" id="3"/>
            <p:cNvSpPr/>
            <p:nvPr/>
          </p:nvSpPr>
          <p:spPr>
            <a:xfrm>
              <a:off x="12700" y="127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Der Fachbereich gratuliert</a:t>
              </a:r>
              <a:endParaRPr lang="en-US" sz="1100"/>
            </a:p>
          </p:txBody>
        </p:sp>
        <p:sp>
          <p:nvSpPr>
            <p:cNvPr name="AutoShape 4" id="4"/>
            <p:cNvSpPr/>
            <p:nvPr/>
          </p:nvSpPr>
          <p:spPr>
            <a:xfrm>
              <a:off x="12700" y="5715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zum erfolgreichen Abschluss</a:t>
              </a:r>
              <a:endParaRPr lang="en-US" sz="11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12</Words>
  <Application>Microsoft Office PowerPoint</Application>
  <PresentationFormat>Breitbild</PresentationFormat>
  <Paragraphs>18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MS PGothic</vt:lpstr>
      <vt:lpstr>Arial</vt:lpstr>
      <vt:lpstr>Arial Black</vt:lpstr>
      <vt:lpstr>Calibri</vt:lpstr>
      <vt:lpstr>Wingdings</vt:lpstr>
      <vt:lpstr>Template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2023-05-22T13:08:19Z</dcterms:created>
  <dcterms:modified xsi:type="dcterms:W3CDTF">2023-11-27T09:32:11Z</dcterms:modified>
  <cp:revision>1</cp:revision>
</cp:coreProperties>
</file>