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13" Target="slides/slide3.xml" Type="http://schemas.openxmlformats.org/officeDocument/2006/relationships/slide"/><Relationship Id="rId14" Target="slides/slide4.xml" Type="http://schemas.openxmlformats.org/officeDocument/2006/relationships/slide"/><Relationship Id="rId15" Target="slides/slide5.xml" Type="http://schemas.openxmlformats.org/officeDocument/2006/relationships/slide"/><Relationship Id="rId16" Target="slides/slide6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5334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Hr. Max Müller</a:t>
            </a:r>
          </a:p>
        </p:txBody>
      </p:sp>
      <p:sp>
        <p:nvSpPr>
          <p:cNvPr name="AutoShape 6" id="6"/>
          <p:cNvSpPr/>
          <p:nvPr/>
        </p:nvSpPr>
        <p:spPr>
          <a:xfrm>
            <a:off x="7912991" y="2710250"/>
            <a:ext cx="3839996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name="TextBox 7" id="7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992994" y="2710250"/>
            <a:ext cx="5759994" cy="5334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M. Müller</a:t>
            </a:r>
          </a:p>
        </p:txBody>
      </p:sp>
      <p:sp>
        <p:nvSpPr>
          <p:cNvPr name="AutoShape 9" id="9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10668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Fr. Eva Mustermann</a:t>
            </a:r>
          </a:p>
          <a:p>
            <a:pPr algn="l"/>
            <a:r>
              <a:rPr lang="en-US" b="true" sz="2800"/>
              <a:t>Hr. Max Mustermann</a:t>
            </a:r>
          </a:p>
        </p:txBody>
      </p:sp>
      <p:sp>
        <p:nvSpPr>
          <p:cNvPr name="AutoShape 6" id="6"/>
          <p:cNvSpPr/>
          <p:nvPr/>
        </p:nvSpPr>
        <p:spPr>
          <a:xfrm>
            <a:off x="7912991" y="2710250"/>
            <a:ext cx="3839996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name="TextBox 7" id="7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992994" y="2710250"/>
            <a:ext cx="5759994" cy="10668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E. Mustermann</a:t>
            </a:r>
          </a:p>
          <a:p>
            <a:pPr algn="r"/>
            <a:r>
              <a:rPr lang="en-US" b="true" sz="2800"/>
              <a:t>M. Mustermann</a:t>
            </a:r>
          </a:p>
        </p:txBody>
      </p:sp>
      <p:sp>
        <p:nvSpPr>
          <p:cNvPr name="AutoShape 9" id="9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16002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Hr. Jacob Mustermann</a:t>
            </a:r>
          </a:p>
          <a:p>
            <a:pPr algn="l"/>
            <a:r>
              <a:rPr lang="en-US" b="true" sz="2800"/>
              <a:t>Hr. Max Müller</a:t>
            </a:r>
          </a:p>
          <a:p>
            <a:pPr algn="l"/>
            <a:r>
              <a:rPr lang="en-US" b="true" sz="2800"/>
              <a:t>Erika Musterfrau</a:t>
            </a:r>
          </a:p>
        </p:txBody>
      </p:sp>
      <p:sp>
        <p:nvSpPr>
          <p:cNvPr name="AutoShape 6" id="6"/>
          <p:cNvSpPr/>
          <p:nvPr/>
        </p:nvSpPr>
        <p:spPr>
          <a:xfrm>
            <a:off x="7912991" y="2710250"/>
            <a:ext cx="3839996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name="TextBox 7" id="7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992994" y="2710250"/>
            <a:ext cx="5759994" cy="16002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J. Mustermann</a:t>
            </a:r>
          </a:p>
          <a:p>
            <a:pPr algn="r"/>
            <a:r>
              <a:rPr lang="en-US" b="true" sz="2800"/>
              <a:t>M. Müller</a:t>
            </a:r>
          </a:p>
          <a:p>
            <a:pPr algn="r"/>
            <a:r>
              <a:rPr lang="en-US" b="true" sz="2800"/>
              <a:t>E. Musterfrau</a:t>
            </a:r>
          </a:p>
        </p:txBody>
      </p:sp>
      <p:sp>
        <p:nvSpPr>
          <p:cNvPr name="AutoShape 9" id="9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21336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Erika Musterfrau</a:t>
            </a:r>
          </a:p>
          <a:p>
            <a:pPr algn="l"/>
            <a:r>
              <a:rPr lang="en-US" b="true" sz="2800"/>
              <a:t>Fr. Eva Mustermann</a:t>
            </a:r>
          </a:p>
          <a:p>
            <a:pPr algn="l"/>
            <a:r>
              <a:rPr lang="en-US" b="true" sz="2800"/>
              <a:t>Hr. Max Müller</a:t>
            </a:r>
          </a:p>
          <a:p>
            <a:pPr algn="l"/>
            <a:r>
              <a:rPr lang="en-US" b="true" sz="2800"/>
              <a:t>Hr. Max Mustermann</a:t>
            </a:r>
          </a:p>
        </p:txBody>
      </p:sp>
      <p:sp>
        <p:nvSpPr>
          <p:cNvPr name="AutoShape 6" id="6"/>
          <p:cNvSpPr/>
          <p:nvPr/>
        </p:nvSpPr>
        <p:spPr>
          <a:xfrm>
            <a:off x="7912991" y="2710250"/>
            <a:ext cx="3839996" cy="213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name="TextBox 7" id="7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992994" y="2710250"/>
            <a:ext cx="5759994" cy="21336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E. Musterfrau</a:t>
            </a:r>
          </a:p>
          <a:p>
            <a:pPr algn="r"/>
            <a:r>
              <a:rPr lang="en-US" b="true" sz="2800"/>
              <a:t>E. Mustermann</a:t>
            </a:r>
          </a:p>
          <a:p>
            <a:pPr algn="r"/>
            <a:r>
              <a:rPr lang="en-US" b="true" sz="2800"/>
              <a:t>M. Müller</a:t>
            </a:r>
          </a:p>
          <a:p>
            <a:pPr algn="r"/>
            <a:r>
              <a:rPr lang="en-US" b="true" sz="2800"/>
              <a:t>M. Mustermann</a:t>
            </a:r>
          </a:p>
        </p:txBody>
      </p:sp>
      <p:sp>
        <p:nvSpPr>
          <p:cNvPr name="AutoShape 9" id="9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26670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Hr. Max Mustermann</a:t>
            </a:r>
          </a:p>
          <a:p>
            <a:pPr algn="l"/>
            <a:r>
              <a:rPr lang="en-US" b="true" sz="2800"/>
              <a:t>Hr. Jacob Mustermann</a:t>
            </a:r>
          </a:p>
          <a:p>
            <a:pPr algn="l"/>
            <a:r>
              <a:rPr lang="en-US" b="true" sz="2800"/>
              <a:t>Fr. Eva Mustermann</a:t>
            </a:r>
          </a:p>
          <a:p>
            <a:pPr algn="l"/>
            <a:r>
              <a:rPr lang="en-US" b="true" sz="2800"/>
              <a:t>Hr. Max Müller</a:t>
            </a:r>
          </a:p>
          <a:p>
            <a:pPr algn="l"/>
            <a:r>
              <a:rPr lang="en-US" b="true" sz="2800"/>
              <a:t>Erika Musterfrau</a:t>
            </a:r>
          </a:p>
        </p:txBody>
      </p:sp>
      <p:sp>
        <p:nvSpPr>
          <p:cNvPr name="AutoShape 6" id="6"/>
          <p:cNvSpPr/>
          <p:nvPr/>
        </p:nvSpPr>
        <p:spPr>
          <a:xfrm>
            <a:off x="7912991" y="2710250"/>
            <a:ext cx="3839996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name="TextBox 7" id="7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992994" y="2710250"/>
            <a:ext cx="5759994" cy="26670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M. Mustermann</a:t>
            </a:r>
          </a:p>
          <a:p>
            <a:pPr algn="r"/>
            <a:r>
              <a:rPr lang="en-US" b="true" sz="2800"/>
              <a:t>J. Mustermann</a:t>
            </a:r>
          </a:p>
          <a:p>
            <a:pPr algn="r"/>
            <a:r>
              <a:rPr lang="en-US" b="true" sz="2800"/>
              <a:t>E. Mustermann</a:t>
            </a:r>
          </a:p>
          <a:p>
            <a:pPr algn="r"/>
            <a:r>
              <a:rPr lang="en-US" b="true" sz="2800"/>
              <a:t>M. Müller</a:t>
            </a:r>
          </a:p>
          <a:p>
            <a:pPr algn="r"/>
            <a:r>
              <a:rPr lang="en-US" b="true" sz="2800"/>
              <a:t>E. Musterfrau</a:t>
            </a:r>
          </a:p>
        </p:txBody>
      </p:sp>
      <p:sp>
        <p:nvSpPr>
          <p:cNvPr name="AutoShape 9" id="9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10668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Fr. Eva Mustermann</a:t>
            </a:r>
          </a:p>
          <a:p>
            <a:pPr algn="l"/>
            <a:r>
              <a:rPr lang="en-US" b="true" sz="2800"/>
              <a:t>Hr. Max Mustermann</a:t>
            </a:r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6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