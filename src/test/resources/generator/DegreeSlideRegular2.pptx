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140" d="100"/>
          <a:sy n="140" d="100"/>
        </p:scale>
        <p:origin x="3596" y="108"/>
      </p:cViewPr>
      <p:guideLst/>
    </p:cSldViewPr>
  </p:notesViewPr>
  <p:gridSpacing cx="360000" cy="3600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ableStyles.xml" Type="http://schemas.openxmlformats.org/officeDocument/2006/relationships/tableStyles"/><Relationship Id="rId11" Target="slides/slide1.xml" Type="http://schemas.openxmlformats.org/officeDocument/2006/relationships/slide"/><Relationship Id="rId12" Target="slides/slide2.xml" Type="http://schemas.openxmlformats.org/officeDocument/2006/relationships/slide"/><Relationship Id="rId13" Target="slides/slide3.xml" Type="http://schemas.openxmlformats.org/officeDocument/2006/relationships/slide"/><Relationship Id="rId5" Target="notesMasters/notesMaster1.xml" Type="http://schemas.openxmlformats.org/officeDocument/2006/relationships/notesMaster"/><Relationship Id="rId6" Target="handoutMasters/handoutMaster1.xml" Type="http://schemas.openxmlformats.org/officeDocument/2006/relationships/handoutMaster"/><Relationship Id="rId7" Target="presProps.xml" Type="http://schemas.openxmlformats.org/officeDocument/2006/relationships/presProps"/><Relationship Id="rId8" Target="viewProps.xml" Type="http://schemas.openxmlformats.org/officeDocument/2006/relationships/viewProps"/><Relationship Id="rId9" Target="theme/theme1.xml" Type="http://schemas.openxmlformats.org/officeDocument/2006/relationships/them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1FD23-8DCB-4808-A1A7-B84C87DFFE9F}" type="datetime1">
              <a:rPr lang="de-DE" smtClean="0">
                <a:solidFill>
                  <a:srgbClr val="898989"/>
                </a:solidFill>
              </a:rPr>
              <a:t>27.11.2023</a:t>
            </a:fld>
            <a:endParaRPr lang="de-DE" dirty="0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 dirty="0">
                <a:solidFill>
                  <a:srgbClr val="898989"/>
                </a:solidFill>
              </a:rPr>
              <a:t>Fachbereich | Institut | Person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‹Nr.›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F631549-6123-42B8-A061-7DAE218C6C8A}" type="datetime1">
              <a:rPr lang="de-DE" smtClean="0"/>
              <a:t>27.11.2023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Fachbereich | Institut | Person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jp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4.jp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0E98A-1058-474C-A655-67395ED9131C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1E9F-C02D-4E81-99EA-DA09AAFDE4FF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8E83-7EEC-4F64-9CC6-109CA4B1643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BD85-E405-4DEA-B4A7-577B7EC03563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9AE0-FB31-AD7B-F074-94F25823D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D1FA101-7975-4A7A-80DC-A801ED3CCA8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1513966-0604-55AE-E780-E1382633BF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0B6FE2-4691-8E94-5E86-36CF5EF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12D32-8FC2-45F5-AE43-6134304D4AF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8A47B0-219D-E504-F79C-A5E59194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12A440-6CC2-C81B-AAB4-F8419E20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8F31-3228-47AE-AF14-6408E18615D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69E877-7369-A8AF-FF8A-DDFA8A85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45FF0-DFBA-6FB8-5D9D-4E9A98A8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B741-D289-49B5-BC28-FA85627EC76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F1D11-78E8-8CC4-923C-7925ADB7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093F2-7696-269A-BB11-D5C2FFA8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41FE660-7BC8-B76D-97BD-90A64F33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09CA-F0E9-48B5-8B72-DE898D86ED75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363686E-60AA-D422-E6EE-8DD8E5F8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739CE4A-2BE8-F232-4C6E-237F56AB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DE3C2-C819-A980-93F3-EAC41895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5894-FA1C-41F8-A4F2-A85F4322DE82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727B-45B4-9274-85DF-F723F18B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1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7" name="TU Da Logo">
            <a:extLst>
              <a:ext uri="{FF2B5EF4-FFF2-40B4-BE49-F238E27FC236}">
                <a16:creationId xmlns:a16="http://schemas.microsoft.com/office/drawing/2014/main" id="{51119E7C-0EFF-440C-7D9B-DC934FA66296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65BC44CB-CBBB-FAC0-EB9F-E8F9DC95037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C445B24-F9B1-8960-5444-7772C7A47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78BFC59-1C78-1D5B-F297-FDAE60A3B3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D4C2154-1036-25AE-9332-6CD29C8A49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1AA4C57-F564-9D30-8972-9143A104F6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8ED9D6D-B335-8396-2289-7DD61F9A06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872A2F5-7430-CC8E-7732-1707D9E6FB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49A029-9AE0-4CF9-87DF-91910B2623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B8CBC970-FC0D-4723-B28A-D212B5642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638EAF1-DC81-698A-E2F9-ED824E3D31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FD520B6-32AC-A196-05E4-28829C4F09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F9F05BC-ECE1-ED71-B285-6224B2166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800" spc="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30B52-E11A-428D-8C87-E9E156D21D1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146D37BF-C929-35EB-9D31-617A9D8FE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4800" y="6563539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Faculty | Institute | Person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BC9C61F-1C19-4073-AFDD-76E6C3D1B541}"/>
              </a:ext>
            </a:extLst>
          </p:cNvPr>
          <p:cNvGrpSpPr/>
          <p:nvPr userDrawn="1"/>
        </p:nvGrpSpPr>
        <p:grpSpPr>
          <a:xfrm>
            <a:off x="9919182" y="1272546"/>
            <a:ext cx="2272818" cy="594584"/>
            <a:chOff x="9919182" y="1272546"/>
            <a:chExt cx="2272818" cy="594584"/>
          </a:xfrm>
        </p:grpSpPr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75E8DD90-2DBB-4937-8C17-90BF9E02E30C}"/>
                </a:ext>
              </a:extLst>
            </p:cNvPr>
            <p:cNvSpPr/>
            <p:nvPr userDrawn="1"/>
          </p:nvSpPr>
          <p:spPr>
            <a:xfrm>
              <a:off x="9919182" y="1272546"/>
              <a:ext cx="2272818" cy="594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E032895-9864-80FF-2B56-06D0DD660178}"/>
                </a:ext>
              </a:extLst>
            </p:cNvPr>
            <p:cNvSpPr/>
            <p:nvPr userDrawn="1"/>
          </p:nvSpPr>
          <p:spPr>
            <a:xfrm>
              <a:off x="10129662" y="1385382"/>
              <a:ext cx="1746250" cy="360000"/>
            </a:xfrm>
            <a:prstGeom prst="rect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50" r:id="rId5"/>
    <p:sldLayoutId id="2147483651" r:id="rId6"/>
    <p:sldLayoutId id="2147483667" r:id="rId7"/>
    <p:sldLayoutId id="2147483668" r:id="rId8"/>
    <p:sldLayoutId id="2147483661" r:id="rId9"/>
    <p:sldLayoutId id="2147483654" r:id="rId10"/>
    <p:sldLayoutId id="2147483655" r:id="rId1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0000" y="736682"/>
            <a:ext cx="8976000" cy="1080000"/>
          </a:xfrm>
        </p:grpSpPr>
        <p:sp>
          <p:nvSpPr>
            <p:cNvPr name="AutoShape 3" id="3"/>
            <p:cNvSpPr/>
            <p:nvPr/>
          </p:nvSpPr>
          <p:spPr>
            <a:xfrm>
              <a:off x="12700" y="127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Der Fachbereich gratuliert</a:t>
              </a:r>
              <a:endParaRPr lang="en-US" sz="1100"/>
            </a:p>
          </p:txBody>
        </p:sp>
        <p:sp>
          <p:nvSpPr>
            <p:cNvPr name="AutoShape 4" id="4"/>
            <p:cNvSpPr/>
            <p:nvPr/>
          </p:nvSpPr>
          <p:spPr>
            <a:xfrm>
              <a:off x="12700" y="5715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zum erfolgreichen Abschluss</a:t>
              </a:r>
              <a:endParaRPr lang="en-US" sz="1100"/>
            </a:p>
          </p:txBody>
        </p:sp>
      </p:grpSp>
      <p:sp>
        <p:nvSpPr>
          <p:cNvPr name="TextBox 5" id="5"/>
          <p:cNvSpPr txBox="true"/>
          <p:nvPr/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anchor="ctr" rtlCol="false" vert="horz" anchorCtr="true"/>
          <a:lstStyle/>
          <a:p>
            <a:pPr algn="ctr">
              <a:defRPr/>
            </a:pPr>
            <a:r>
              <a:rPr lang="en-US" sz="6400" b="true">
                <a:solidFill>
                  <a:srgbClr val="000000"/>
                </a:solidFill>
              </a:rPr>
              <a:t>Happy Birthday</a:t>
            </a:r>
            <a:endParaRPr lang="en-US"/>
          </a:p>
        </p:txBody>
      </p:sp>
      <p:sp>
        <p:nvSpPr>
          <p:cNvPr name="AutoShape 6" id="6"/>
          <p:cNvSpPr/>
          <p:nvPr/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800">
                <a:solidFill>
                  <a:scrgbClr r="25000" g="25000" b="25000"/>
                </a:solidFill>
              </a:rPr>
              <a:t>02.02.2024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anchor="t" rtlCol="false"/>
          <a:lstStyle/>
          <a:p>
            <a:pPr algn="r">
              <a:defRPr/>
            </a:pPr>
            <a:r>
              <a:rPr lang="en-US" sz="800">
                <a:solidFill>
                  <a:scrgbClr r="25000" g="25000" b="25000"/>
                </a:solidFill>
              </a:rPr>
              <a:t>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0000" y="736682"/>
            <a:ext cx="8976000" cy="1080000"/>
          </a:xfrm>
        </p:grpSpPr>
        <p:sp>
          <p:nvSpPr>
            <p:cNvPr name="AutoShape 3" id="3"/>
            <p:cNvSpPr/>
            <p:nvPr/>
          </p:nvSpPr>
          <p:spPr>
            <a:xfrm>
              <a:off x="12700" y="127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Der Fachbereich gratuliert</a:t>
              </a:r>
              <a:endParaRPr lang="en-US" sz="1100"/>
            </a:p>
          </p:txBody>
        </p:sp>
        <p:sp>
          <p:nvSpPr>
            <p:cNvPr name="AutoShape 4" id="4"/>
            <p:cNvSpPr/>
            <p:nvPr/>
          </p:nvSpPr>
          <p:spPr>
            <a:xfrm>
              <a:off x="12700" y="5715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zum erfolgreichen Abschluss</a:t>
              </a:r>
              <a:endParaRPr lang="en-US" sz="1100"/>
            </a:p>
          </p:txBody>
        </p:sp>
      </p:grpSp>
      <p:sp>
        <p:nvSpPr>
          <p:cNvPr name="TextBox 5" id="5"/>
          <p:cNvSpPr txBox="true"/>
          <p:nvPr/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anchor="ctr" rtlCol="false" vert="horz" anchorCtr="true"/>
          <a:lstStyle/>
          <a:p>
            <a:pPr algn="ctr">
              <a:defRPr/>
            </a:pPr>
            <a:r>
              <a:rPr lang="en-US" sz="6400" b="true">
                <a:solidFill>
                  <a:srgbClr val="000000"/>
                </a:solidFill>
              </a:rPr>
              <a:t/>
            </a:r>
            <a:endParaRPr lang="en-US"/>
          </a:p>
        </p:txBody>
      </p:sp>
      <p:sp>
        <p:nvSpPr>
          <p:cNvPr name="AutoShape 6" id="6"/>
          <p:cNvSpPr/>
          <p:nvPr/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800">
                <a:solidFill>
                  <a:scrgbClr r="25000" g="25000" b="25000"/>
                </a:solidFill>
              </a:rPr>
              <a:t>02.02.2024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anchor="t" rtlCol="false"/>
          <a:lstStyle/>
          <a:p>
            <a:pPr algn="r">
              <a:defRPr/>
            </a:pPr>
            <a:r>
              <a:rPr lang="en-US" sz="800">
                <a:solidFill>
                  <a:scrgbClr r="25000" g="25000" b="25000"/>
                </a:solidFill>
              </a:rPr>
              <a:t>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0000" y="736682"/>
            <a:ext cx="8976000" cy="1080000"/>
          </a:xfrm>
        </p:grpSpPr>
        <p:sp>
          <p:nvSpPr>
            <p:cNvPr name="AutoShape 3" id="3"/>
            <p:cNvSpPr/>
            <p:nvPr/>
          </p:nvSpPr>
          <p:spPr>
            <a:xfrm>
              <a:off x="12700" y="127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Der Fachbereich gratuliert</a:t>
              </a:r>
              <a:endParaRPr lang="en-US" sz="1100"/>
            </a:p>
          </p:txBody>
        </p:sp>
        <p:sp>
          <p:nvSpPr>
            <p:cNvPr name="AutoShape 4" id="4"/>
            <p:cNvSpPr/>
            <p:nvPr/>
          </p:nvSpPr>
          <p:spPr>
            <a:xfrm>
              <a:off x="12700" y="5715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zum erfolgreichen Abschluss</a:t>
              </a:r>
              <a:endParaRPr lang="en-US" sz="1100"/>
            </a:p>
          </p:txBody>
        </p:sp>
      </p:grpSp>
      <p:sp>
        <p:nvSpPr>
          <p:cNvPr name="TextBox 5" id="5"/>
          <p:cNvSpPr txBox="true"/>
          <p:nvPr/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anchor="ctr" rtlCol="false" vert="horz" anchorCtr="true"/>
          <a:lstStyle/>
          <a:p>
            <a:pPr algn="ctr">
              <a:defRPr/>
            </a:pPr>
            <a:r>
              <a:rPr lang="en-US" sz="6400" b="true">
                <a:solidFill>
                  <a:srgbClr val="000000"/>
                </a:solidFill>
              </a:rPr>
              <a:t>1234 56 7+890</a:t>
            </a:r>
            <a:endParaRPr lang="en-US"/>
          </a:p>
        </p:txBody>
      </p:sp>
      <p:sp>
        <p:nvSpPr>
          <p:cNvPr name="AutoShape 6" id="6"/>
          <p:cNvSpPr/>
          <p:nvPr/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800">
                <a:solidFill>
                  <a:scrgbClr r="25000" g="25000" b="25000"/>
                </a:solidFill>
              </a:rPr>
              <a:t>02.02.2024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anchor="t" rtlCol="false"/>
          <a:lstStyle/>
          <a:p>
            <a:pPr algn="r">
              <a:defRPr/>
            </a:pPr>
            <a:r>
              <a:rPr lang="en-US" sz="800">
                <a:solidFill>
                  <a:scrgbClr r="25000" g="25000" b="25000"/>
                </a:solidFill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12</Words>
  <Application>Microsoft Office PowerPoint</Application>
  <PresentationFormat>Breitbild</PresentationFormat>
  <Paragraphs>18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MS PGothic</vt:lpstr>
      <vt:lpstr>Arial</vt:lpstr>
      <vt:lpstr>Arial Black</vt:lpstr>
      <vt:lpstr>Calibri</vt:lpstr>
      <vt:lpstr>Wingdings</vt:lpstr>
      <vt:lpstr>Template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2023-05-22T13:08:19Z</dcterms:created>
  <dcterms:modified xsi:type="dcterms:W3CDTF">2023-11-27T09:32:11Z</dcterms:modified>
  <cp:revision>1</cp:revision>
</cp:coreProperties>
</file>