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26670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Hr. Maximilian David Mustermann Hausberger</a:t>
            </a:r>
          </a:p>
          <a:p>
            <a:pPr algn="l"/>
            <a:r>
              <a:rPr lang="en-US" b="true" sz="2800"/>
              <a:t>Hr. Jacob Steven Jason Mustermann Müller</a:t>
            </a:r>
          </a:p>
          <a:p>
            <a:pPr algn="l"/>
            <a:r>
              <a:rPr lang="en-US" b="true" sz="2800"/>
              <a:t>Fr. Eva Sarah Mustermann Müller</a:t>
            </a:r>
          </a:p>
          <a:p>
            <a:pPr algn="l"/>
            <a:r>
              <a:rPr lang="en-US" b="true" sz="2800"/>
              <a:t>Hr. Jonas Tim Müller Geiger</a:t>
            </a:r>
          </a:p>
          <a:p>
            <a:pPr algn="l"/>
            <a:r>
              <a:rPr lang="en-US" b="true" sz="2800"/>
              <a:t>Erika Silvia Josephine Musterfrau Müller</a:t>
            </a:r>
          </a:p>
        </p:txBody>
      </p:sp>
      <p:sp>
        <p:nvSpPr>
          <p:cNvPr name="AutoShape 6" id="6"/>
          <p:cNvSpPr/>
          <p:nvPr/>
        </p:nvSpPr>
        <p:spPr>
          <a:xfrm>
            <a:off x="7912991" y="2710250"/>
            <a:ext cx="3839996" cy="266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</p:sp>
      <p:sp>
        <p:nvSpPr>
          <p:cNvPr name="TextBox 7" id="7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992994" y="2710250"/>
            <a:ext cx="5759994" cy="26670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 Hausberger</a:t>
            </a:r>
          </a:p>
          <a:p>
            <a:pPr algn="r"/>
            <a:r>
              <a:rPr lang="en-US" b="true" sz="2800"/>
              <a:t>J. Mustermann Müller</a:t>
            </a:r>
          </a:p>
          <a:p>
            <a:pPr algn="r"/>
            <a:r>
              <a:rPr lang="en-US" b="true" sz="2800"/>
              <a:t>E. Mustermann Müller</a:t>
            </a:r>
          </a:p>
          <a:p>
            <a:pPr algn="r"/>
            <a:r>
              <a:rPr lang="en-US" b="true" sz="2800"/>
              <a:t>J. Müller Geiger</a:t>
            </a:r>
          </a:p>
          <a:p>
            <a:pPr algn="r"/>
            <a:r>
              <a:rPr lang="en-US" b="true" sz="2800"/>
              <a:t>E. Musterfrau Müller</a:t>
            </a:r>
          </a:p>
        </p:txBody>
      </p:sp>
      <p:sp>
        <p:nvSpPr>
          <p:cNvPr name="AutoShape 9" id="9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360000" y="736682"/>
            <a:ext cx="8976000" cy="1080000"/>
          </a:xfrm>
        </p:grpSpPr>
        <p:sp>
          <p:nvSpPr>
            <p:cNvPr name="AutoShape 3" id="3"/>
            <p:cNvSpPr/>
            <p:nvPr/>
          </p:nvSpPr>
          <p:spPr>
            <a:xfrm>
              <a:off x="12700" y="127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Der Fachbereich gratuliert</a:t>
              </a:r>
              <a:endParaRPr lang="en-US" sz="1100"/>
            </a:p>
          </p:txBody>
        </p:sp>
        <p:sp>
          <p:nvSpPr>
            <p:cNvPr name="AutoShape 4" id="4"/>
            <p:cNvSpPr/>
            <p:nvPr/>
          </p:nvSpPr>
          <p:spPr>
            <a:xfrm>
              <a:off x="12700" y="571500"/>
              <a:ext cx="8950600" cy="431800"/>
            </a:xfrm>
            <a:prstGeom prst="rect">
              <a:avLst/>
            </a:prstGeom>
          </p:spPr>
          <p:txBody>
            <a:bodyPr anchor="t" rtlCol="false" vert="horz"/>
            <a:lstStyle/>
            <a:p>
              <a:pPr algn="ctr">
                <a:defRPr/>
              </a:pPr>
              <a:r>
                <a:rPr lang="en-US" b="true" sz="3400"/>
                <a:t>zum erfolgreichen Abschluss</a:t>
              </a:r>
              <a:endParaRPr lang="en-US" sz="1100"/>
            </a:p>
          </p:txBody>
        </p:sp>
      </p:grpSp>
      <p:sp>
        <p:nvSpPr>
          <p:cNvPr name="TextBox 5" id="5"/>
          <p:cNvSpPr txBox="true"/>
          <p:nvPr/>
        </p:nvSpPr>
        <p:spPr>
          <a:xfrm>
            <a:off x="487000" y="2710250"/>
            <a:ext cx="5759994" cy="2667000"/>
          </a:xfrm>
          <a:prstGeom prst="rect">
            <a:avLst/>
          </a:prstGeom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l"/>
            <a:r>
              <a:rPr lang="en-US" b="true" sz="2800"/>
              <a:t>Hr. Maximilian David Mustermann Hausberger</a:t>
            </a:r>
          </a:p>
          <a:p>
            <a:pPr algn="l"/>
            <a:r>
              <a:rPr lang="en-US" b="true" sz="2800"/>
              <a:t>Hr. Jacob Steven Jason Mustermann Müller</a:t>
            </a:r>
          </a:p>
          <a:p>
            <a:pPr algn="l"/>
            <a:r>
              <a:rPr lang="en-US" b="true" sz="2800"/>
              <a:t>Fr. Eva Sarah Mustermann Müller</a:t>
            </a:r>
          </a:p>
          <a:p>
            <a:pPr algn="l"/>
            <a:r>
              <a:rPr lang="en-US" b="true" sz="2800"/>
              <a:t>Hr. Jonas Tim Müller Geiger</a:t>
            </a:r>
          </a:p>
          <a:p>
            <a:pPr algn="l"/>
            <a:r>
              <a:rPr lang="en-US" b="true" sz="2800"/>
              <a:t>Erika Silvia Josephine Musterfrau Müller</a:t>
            </a:r>
          </a:p>
        </p:txBody>
      </p:sp>
      <p:sp>
        <p:nvSpPr>
          <p:cNvPr name="AutoShape 6" id="6"/>
          <p:cNvSpPr/>
          <p:nvPr/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800">
                <a:solidFill>
                  <a:scrgbClr r="25000" g="25000" b="25000"/>
                </a:solidFill>
              </a:rPr>
              <a:t>02.02.2024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anchor="t" rtlCol="false"/>
          <a:lstStyle/>
          <a:p>
            <a:pPr algn="r">
              <a:defRPr/>
            </a:pPr>
            <a:r>
              <a:rPr lang="en-US" sz="800">
                <a:solidFill>
                  <a:scrgbClr r="25000" g="25000" b="25000"/>
                </a:solidFill>
              </a:rPr>
              <a:t>2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