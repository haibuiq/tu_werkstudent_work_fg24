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4" r:id="rId2"/>
    <p:sldId id="266" r:id="rId3"/>
    <p:sldId id="26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40" d="100"/>
          <a:sy n="140" d="100"/>
        </p:scale>
        <p:origin x="3596" y="108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1FD23-8DCB-4808-A1A7-B84C87DFFE9F}" type="datetime1">
              <a:rPr lang="de-DE" smtClean="0">
                <a:solidFill>
                  <a:srgbClr val="898989"/>
                </a:solidFill>
              </a:rPr>
              <a:t>27.11.2023</a:t>
            </a:fld>
            <a:endParaRPr lang="de-DE" dirty="0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 dirty="0">
                <a:solidFill>
                  <a:srgbClr val="898989"/>
                </a:solidFill>
              </a:rPr>
              <a:t>Fachbereich | Institut | Person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F631549-6123-42B8-A061-7DAE218C6C8A}" type="datetime1">
              <a:rPr lang="de-DE" smtClean="0"/>
              <a:t>27.11.2023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Fachbereich | Institut | Person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0E98A-1058-474C-A655-67395ED9131C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1E9F-C02D-4E81-99EA-DA09AAFDE4FF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F8E83-7EEC-4F64-9CC6-109CA4B1643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D85-E405-4DEA-B4A7-577B7EC0356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 dirty="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1FA101-7975-4A7A-80DC-A801ED3CCA8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12D32-8FC2-45F5-AE43-6134304D4AF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8F31-3228-47AE-AF14-6408E18615D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741-D289-49B5-BC28-FA85627EC76A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Mastertitelformat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909CA-F0E9-48B5-8B72-DE898D86ED75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35894-FA1C-41F8-A4F2-A85F4322DE82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30B52-E11A-428D-8C87-E9E156D21D10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Faculty | Institute | Person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BC9C61F-1C19-4073-AFDD-76E6C3D1B541}"/>
              </a:ext>
            </a:extLst>
          </p:cNvPr>
          <p:cNvGrpSpPr/>
          <p:nvPr userDrawn="1"/>
        </p:nvGrpSpPr>
        <p:grpSpPr>
          <a:xfrm>
            <a:off x="9919182" y="1272546"/>
            <a:ext cx="2272818" cy="594584"/>
            <a:chOff x="9919182" y="1272546"/>
            <a:chExt cx="2272818" cy="594584"/>
          </a:xfrm>
        </p:grpSpPr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75E8DD90-2DBB-4937-8C17-90BF9E02E30C}"/>
                </a:ext>
              </a:extLst>
            </p:cNvPr>
            <p:cNvSpPr/>
            <p:nvPr userDrawn="1"/>
          </p:nvSpPr>
          <p:spPr>
            <a:xfrm>
              <a:off x="9919182" y="1272546"/>
              <a:ext cx="2272818" cy="594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E032895-9864-80FF-2B56-06D0DD660178}"/>
                </a:ext>
              </a:extLst>
            </p:cNvPr>
            <p:cNvSpPr/>
            <p:nvPr userDrawn="1"/>
          </p:nvSpPr>
          <p:spPr>
            <a:xfrm>
              <a:off x="10129662" y="1385382"/>
              <a:ext cx="1746250" cy="360000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2534F-C74B-890D-7E3D-D59D7238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B8E9F2-A7BE-ABFD-3158-860EB69F8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289ED5-3F56-46A4-5445-E5101124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0BD-E724-4832-B0BA-4DC909953D13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33C290-F17B-21A1-20EF-0D34BDCB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B5BFB-9F75-1D15-4F58-80AF272C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D04176-2225-1C3E-C7B9-48EC097A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753D6-DF52-456B-A107-3AA96E92D3D1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4C7E54-43F0-22B6-09B7-8DFFFF69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7669A9-CE6C-6DDF-0ECD-0426243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6F7CDBC1-0AF3-FB60-B00B-2D1A3073C1AC}"/>
              </a:ext>
            </a:extLst>
          </p:cNvPr>
          <p:cNvSpPr txBox="1">
            <a:spLocks/>
          </p:cNvSpPr>
          <p:nvPr/>
        </p:nvSpPr>
        <p:spPr>
          <a:xfrm>
            <a:off x="6456000" y="2663525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6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F345A475-F958-B2B8-9185-60D5E171354A}"/>
              </a:ext>
            </a:extLst>
          </p:cNvPr>
          <p:cNvSpPr txBox="1">
            <a:spLocks/>
          </p:cNvSpPr>
          <p:nvPr/>
        </p:nvSpPr>
        <p:spPr>
          <a:xfrm>
            <a:off x="6456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7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0B966A9-863C-29AB-C039-E317E79A61A4}"/>
              </a:ext>
            </a:extLst>
          </p:cNvPr>
          <p:cNvSpPr txBox="1">
            <a:spLocks/>
          </p:cNvSpPr>
          <p:nvPr/>
        </p:nvSpPr>
        <p:spPr>
          <a:xfrm>
            <a:off x="6456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8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E78EEBA-0900-2147-07C7-10DC3D35D1DA}"/>
              </a:ext>
            </a:extLst>
          </p:cNvPr>
          <p:cNvSpPr txBox="1">
            <a:spLocks/>
          </p:cNvSpPr>
          <p:nvPr/>
        </p:nvSpPr>
        <p:spPr>
          <a:xfrm>
            <a:off x="6456000" y="4823882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9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4FD14056-32E7-02A9-6930-06DC8F09449F}"/>
              </a:ext>
            </a:extLst>
          </p:cNvPr>
          <p:cNvSpPr txBox="1">
            <a:spLocks/>
          </p:cNvSpPr>
          <p:nvPr/>
        </p:nvSpPr>
        <p:spPr>
          <a:xfrm>
            <a:off x="6456000" y="554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10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5F49FF1-83A7-71F1-0940-59811C5028BC}"/>
              </a:ext>
            </a:extLst>
          </p:cNvPr>
          <p:cNvSpPr txBox="1">
            <a:spLocks/>
          </p:cNvSpPr>
          <p:nvPr/>
        </p:nvSpPr>
        <p:spPr>
          <a:xfrm>
            <a:off x="-24000" y="2663525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Agenda / Topic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4C95B294-3835-8D0C-52C2-98FA723577DC}"/>
              </a:ext>
            </a:extLst>
          </p:cNvPr>
          <p:cNvSpPr txBox="1">
            <a:spLocks/>
          </p:cNvSpPr>
          <p:nvPr/>
        </p:nvSpPr>
        <p:spPr>
          <a:xfrm>
            <a:off x="-24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2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Agenda / Topic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D173BBBF-E0BC-99BB-2118-1B2C03DB0AE7}"/>
              </a:ext>
            </a:extLst>
          </p:cNvPr>
          <p:cNvSpPr txBox="1">
            <a:spLocks/>
          </p:cNvSpPr>
          <p:nvPr/>
        </p:nvSpPr>
        <p:spPr>
          <a:xfrm>
            <a:off x="-24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3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CCD8AE9-A18F-1589-345D-34A0BAB9F6A9}"/>
              </a:ext>
            </a:extLst>
          </p:cNvPr>
          <p:cNvSpPr txBox="1">
            <a:spLocks/>
          </p:cNvSpPr>
          <p:nvPr/>
        </p:nvSpPr>
        <p:spPr>
          <a:xfrm>
            <a:off x="-24000" y="4823882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4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31BBC37F-912F-3BF1-919D-A6B7D9D9162F}"/>
              </a:ext>
            </a:extLst>
          </p:cNvPr>
          <p:cNvSpPr txBox="1">
            <a:spLocks/>
          </p:cNvSpPr>
          <p:nvPr/>
        </p:nvSpPr>
        <p:spPr>
          <a:xfrm>
            <a:off x="-24000" y="554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5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Agenda / Topic</a:t>
            </a:r>
          </a:p>
        </p:txBody>
      </p:sp>
    </p:spTree>
    <p:extLst>
      <p:ext uri="{BB962C8B-B14F-4D97-AF65-F5344CB8AC3E}">
        <p14:creationId xmlns:p14="http://schemas.microsoft.com/office/powerpoint/2010/main" val="368311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16D49A-C831-761C-550D-CE8FB9C9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B01B2D-1004-2FF9-8383-7DF7DDD8C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3EB286-FE8B-83B2-9614-CEAC4B8490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FCAC40-D7A7-4779-92F1-FC7C3F3C3028}" type="datetime1">
              <a:rPr lang="de-DE" smtClean="0"/>
              <a:t>27.11.2023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8177BB-DF52-3859-7CF1-BE8273B38F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TITEL / AUTOR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AAD6D6-94DB-922C-4E1C-AA5D038ED4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90487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Breitbild</PresentationFormat>
  <Paragraphs>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MS PGothic</vt:lpstr>
      <vt:lpstr>Arial</vt:lpstr>
      <vt:lpstr>Arial Black</vt:lpstr>
      <vt:lpstr>Calibri</vt:lpstr>
      <vt:lpstr>Wingdings</vt:lpstr>
      <vt:lpstr>Template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2023-05-22T13:08:19Z</dcterms:created>
  <dcterms:modified xsi:type="dcterms:W3CDTF">2023-11-27T09:32:11Z</dcterms:modified>
</cp:coreProperties>
</file>