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ableStyles.xml" Type="http://schemas.openxmlformats.org/officeDocument/2006/relationships/tableStyles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5" Target="notesMasters/notesMaster1.xml" Type="http://schemas.openxmlformats.org/officeDocument/2006/relationships/notesMaster"/><Relationship Id="rId6" Target="handoutMasters/handoutMaster1.xml" Type="http://schemas.openxmlformats.org/officeDocument/2006/relationships/handoutMaster"/><Relationship Id="rId7" Target="presProps.xml" Type="http://schemas.openxmlformats.org/officeDocument/2006/relationships/presProps"/><Relationship Id="rId8" Target="viewProps.xml" Type="http://schemas.openxmlformats.org/officeDocument/2006/relationships/viewProps"/><Relationship Id="rId9" Target="theme/theme1.xml" Type="http://schemas.openxmlformats.org/officeDocument/2006/relationships/them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2.jp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jp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4.jp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12991" y="2710250"/>
            <a:ext cx="3839996" cy="3115027"/>
          </a:xfrm>
          <a:prstGeom prst="rect">
            <a:avLst/>
          </a:prstGeom>
          <a:solidFill>
            <a:srgbClr val="FFFFFF"/>
          </a:solidFill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</a:t>
            </a:r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360000" y="1980000"/>
            <a:ext cx="7679991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Bachelor of Science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12991" y="2710250"/>
            <a:ext cx="3839996" cy="3115027"/>
          </a:xfrm>
          <a:prstGeom prst="rect">
            <a:avLst/>
          </a:prstGeom>
          <a:solidFill>
            <a:srgbClr val="FFFFFF"/>
          </a:solidFill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</a:t>
            </a:r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360000" y="1980000"/>
            <a:ext cx="7679991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Master of Science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12991" y="2710250"/>
            <a:ext cx="3839996" cy="3115027"/>
          </a:xfrm>
          <a:prstGeom prst="rect">
            <a:avLst/>
          </a:prstGeom>
          <a:solidFill>
            <a:srgbClr val="FFFFFF"/>
          </a:solidFill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</a:t>
            </a:r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360000" y="1980000"/>
            <a:ext cx="7679991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international Abschlüsse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12991" y="2710250"/>
            <a:ext cx="3839996" cy="3115027"/>
          </a:xfrm>
          <a:prstGeom prst="rect">
            <a:avLst/>
          </a:prstGeom>
          <a:solidFill>
            <a:srgbClr val="FFFFFF"/>
          </a:solidFill>
        </p:spPr>
        <p:txBody>
          <a:bodyPr anchor="t" rtlCol="false" vert="horz">
            <a:spAutoFit/>
          </a:bodyPr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r"/>
            <a:r>
              <a:rPr lang="en-US" b="true" sz="2800"/>
              <a:t>M. Mustermann</a:t>
            </a:r>
          </a:p>
          <a:p>
            <a:pPr algn="r"/>
            <a:r>
              <a:rPr lang="en-US" b="true" sz="2800"/>
              <a:t>J. Mustermann</a:t>
            </a:r>
          </a:p>
          <a:p>
            <a:pPr algn="r"/>
            <a:r>
              <a:rPr lang="en-US" b="true" sz="2800"/>
              <a:t>E. Mustermann</a:t>
            </a:r>
          </a:p>
          <a:p>
            <a:pPr algn="r"/>
            <a:r>
              <a:rPr lang="en-US" b="true" sz="2800"/>
              <a:t>M. Müller</a:t>
            </a:r>
          </a:p>
          <a:p>
            <a:pPr algn="r"/>
            <a:r>
              <a:rPr lang="en-US" b="true" sz="2800"/>
              <a:t>E. Musterfrau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912991" y="1980000"/>
            <a:ext cx="3839996" cy="730250"/>
          </a:xfrm>
          <a:prstGeom prst="rect">
            <a:avLst/>
          </a:prstGeom>
        </p:spPr>
        <p:txBody>
          <a:bodyPr anchor="t" rtlCol="false" vert="horz" anchorCtr="tru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pPr algn="ctr"/>
            <a:r>
              <a:rPr lang="en-US" b="true" sz="2300"/>
              <a:t>nächste Studierende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360000" y="1980000"/>
            <a:ext cx="7679991" cy="4500000"/>
          </a:xfrm>
          <a:prstGeom prst="rect">
            <a:avLst/>
          </a:prstGeom>
        </p:spPr>
        <p:txBody>
          <a:bodyPr anchor="ctr" rtlCol="false" vert="horz" anchorCtr="true"/>
          <a:lstStyle/>
          <a:p>
            <a:pPr algn="ctr">
              <a:defRPr/>
            </a:pPr>
            <a:r>
              <a:rPr lang="en-US" sz="6400" b="true">
                <a:solidFill>
                  <a:srgbClr val="000000"/>
                </a:solidFill>
              </a:rPr>
              <a:t>Doppeldiplom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2023-05-22T13:08:19Z</dcterms:created>
  <dcterms:modified xsi:type="dcterms:W3CDTF">2023-11-27T09:32:11Z</dcterms:modified>
  <cp:revision>1</cp:revision>
</cp:coreProperties>
</file>